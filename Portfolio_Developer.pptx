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7AFF"/>
                </a:solidFill>
              </a:defRPr>
            </a:pPr>
            <a:r>
              <a:t>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개발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8B"/>
                </a:solidFill>
              </a:defRPr>
            </a:pPr>
            <a:r>
              <a:t>설계 → 구현 → 테스트 → 배포 → 운영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914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8B8B"/>
                </a:solidFill>
              </a:defRPr>
            </a:pPr>
            <a:r>
              <a:t>ldsjoy@naver.com  |  github.com/rena-data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B8B8B"/>
                </a:solidFill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840480" cy="5943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이기쁨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B8B"/>
                </a:solidFill>
              </a:defRPr>
            </a:pPr>
            <a:r>
              <a:t>Lee Gippeum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1097280" cy="274320"/>
          </a:xfrm>
          <a:prstGeom prst="round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백엔드 개발자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</a:defRPr>
            </a:pPr>
            <a: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ldsjoy@naver.com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github.com/rena-data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</a:defRPr>
            </a:pPr>
            <a:r>
              <a:t>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스파르타코딩클럽 데이터 분석 부트캠프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2024.11 ~ 2025.03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웅지세무대학교 부동산금융평가과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7AFF"/>
                </a:solidFill>
              </a:defRPr>
            </a:pPr>
            <a:r>
              <a:t>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</a:defRPr>
            </a:pPr>
            <a:r>
              <a:t>Google Analytics (GA4) - 2026.04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097280"/>
            <a:ext cx="6675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에이원퍼포먼스팩토리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데이터인텔리전스팀 | 매니저  2025.03~2025.12 (10개월)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202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API 데이터 수집·가공 시스템 구축 (네이버/카카오)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이용자 세그먼트 대량 변경 자동화 → 월 수작업 80% 절감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광고 성과 리포트 자동화 → 리드타임 1일→실시간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Validation 적용 → 입력 오류 장애 0건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40480"/>
            <a:ext cx="6675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</a:defRPr>
            </a:pPr>
            <a:r>
              <a:t>주네스글로벌코리아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재경부 | 주임  2018.12~2024.04 (5년 5개월)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634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자금·결산 관리, 월 결산 처리 시간 30% 단축</a:t>
            </a:r>
          </a:p>
          <a:p>
            <a:pPr>
              <a:spcAft>
                <a:spcPts val="300"/>
              </a:spcAft>
              <a:defRPr sz="1000">
                <a:solidFill>
                  <a:srgbClr val="1A1A2E"/>
                </a:solidFill>
              </a:defRPr>
            </a:pPr>
            <a:r>
              <a:t>전사 10종 문서 페이퍼리스 전환 → 제출 누락 0건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69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7AFF"/>
                </a:solidFill>
              </a:defRPr>
            </a:pPr>
            <a: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035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Python  JavaScript  FastAPI  Streamlit  Gemini API  Supabase  DuckDB  BigQuery  Docker  Render  pytest  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A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 — 소규모 핀테크 경영 인텔리전스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nte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Streamlit 4개 탭: 마케팅 성과 / 프로덕트 지표 / 경영 현황 / 시나리오 시뮬레이터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7A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Fintech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소규모 핀테크 경영 인텔리전스 시스템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아키텍처 &amp;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[DB] DuckDB ↔ BigQuery 환경변수 기반 전환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[파이프라인] Python→데이터 생성→DuckDB→SQL 분석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[대시보드] Streamlit 4탭 (Plotly 차트)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[자동화] n8n 오케스트레이션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[스케일] 190만 이벤트 로컬 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기술적 도전 &amp;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동일 SQL이 DuckDB/BigQuery 모두 동작하도록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시즌성+주말효과+마케팅 상관관계 데이터 생성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슬라이더→12개월 예측→실시간 차트 갱신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환경변수 하나로 DB 무중단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</a:defRPr>
            </a:pPr>
            <a:r>
              <a:t>Python  |  DuckDB  |  BigQuery  |  Pandas  |  Streamlit  |  Plotly  |  n8n  | 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A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 — AI 퍼스널컬러 분석 &amp; 뷰티/패션 추천 (실서비스 운영)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auty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실서비스: beauty-ai-analyze.onrender.com  |  운영비 $0/월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7A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Beauty AI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AI 퍼스널컬러 분석 &amp; 뷰티/패션 추천 (실서비스 운영)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아키텍처 &amp; 트러블슈팅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[Backend] FastAPI + Gemini Vision API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[AI] 모델 폴백 4개 + 키 이중화 → 일일 3,000회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[DB] Supabase - 통계/추적/공유URL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[503] 2.5-flash→lite→2.0→3.0 순차 시도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[Streamlit→JS] HTML 깨짐 → 완전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기술적 도전 &amp;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temperature 0.0 → 동일 사진 동일 결과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html2canvas span 크기0 → div+인라인 크기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FormData season_type → Form() 파라미터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SVG 레이더 차트 라이브러리 없이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</a:defRPr>
            </a:pPr>
            <a:r>
              <a:t>Python  |  FastAPI  |  Gemini Vision API  |  Supabase  |  JavaScript  |  Render  |  GA4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7A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 — 킹받는 펫 키우기 게임 (상태 머신 기반)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05840"/>
            <a:ext cx="8229600" cy="4754880"/>
          </a:xfrm>
          <a:prstGeom prst="roundRect">
            <a:avLst/>
          </a:prstGeom>
          <a:solidFill>
            <a:srgbClr val="2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88720"/>
            <a:ext cx="7863840" cy="5529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5943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8B8B"/>
                </a:solidFill>
              </a:defRPr>
            </a:pPr>
            <a:r>
              <a:t>5종 동물 × 4성장단계 × 3난이도  |  26개 단위 테스트 100% 통과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7864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7A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Raising 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8B8B"/>
                </a:solidFill>
              </a:defRPr>
            </a:pPr>
            <a:r>
              <a:t>킹받는 펫 키우기 게임 (상태 머신 기반)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097280"/>
            <a:ext cx="5303520" cy="41148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아키텍처 &amp;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[패턴] 상태 머신 (ALIVE↔DEAD)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[Frontend] 순수 JS + SVG 렌더러 (20변형)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[통신] postMessage 양방향 (Python↔JS)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[밸런스] 연쇄 붕괴 + 피로도 + 확률 이벤트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[테스트] pytest 26개 100% 통과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9728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097280"/>
            <a:ext cx="5303520" cy="4114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247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기술적 도전 &amp;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성장 단계별 감소 배율 0.8x~1.6x 설계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액션 피로도: 연속 시 100%→70%→40%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구버전 세이브 호환성 100% 직렬화</a:t>
            </a:r>
          </a:p>
          <a:p>
            <a:pPr>
              <a:spcAft>
                <a:spcPts val="300"/>
              </a:spcAft>
              <a:defRPr sz="1100">
                <a:solidFill>
                  <a:srgbClr val="1A1A2E"/>
                </a:solidFill>
              </a:defRPr>
            </a:pPr>
            <a:r>
              <a:t>SVG 5종 × 4기분 = 20가지 동적 렌더링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10972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8B8B"/>
                </a:solidFill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7AFF"/>
                </a:solidFill>
              </a:defRPr>
            </a:pPr>
            <a:r>
              <a:t>Python  |  JavaScript  |  Streamlit  |  SVG  |  CSS Animation  |  localStorage  |  pytest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2743200" cy="914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이기쁨  Lee Gippeum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8B"/>
                </a:solidFill>
              </a:defRPr>
            </a:pPr>
            <a:r>
              <a:t>ldsjoy@naver.com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7AFF"/>
                </a:solidFill>
              </a:defRPr>
            </a:pPr>
            <a:r>
              <a:t>github.com/rena-data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