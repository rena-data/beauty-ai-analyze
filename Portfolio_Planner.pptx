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서비스 기획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8B"/>
                </a:solidFill>
              </a:defRPr>
            </a:pPr>
            <a:r>
              <a:t>문제 정의 → 서비스 설계 → MVP → 데이터 기반 개선 → 수익화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914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B8B"/>
                </a:solidFill>
              </a:defRPr>
            </a:pPr>
            <a:r>
              <a:t>ldsjoy@naver.com  |  github.com/rena-data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8B8B"/>
                </a:solidFill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840480" cy="5943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이기쁨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8B"/>
                </a:solidFill>
              </a:defRPr>
            </a:pPr>
            <a:r>
              <a:t>Lee Gippeum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1097280" cy="274320"/>
          </a:xfrm>
          <a:prstGeom prst="round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서비스 기획자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ldsjoy@naver.com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github.com/rena-data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스파르타코딩클럽 데이터 분석 부트캠프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2024.11 ~ 2025.03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웅지세무대학교 부동산금융평가과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4DFF"/>
                </a:solidFill>
              </a:defRPr>
            </a:pPr>
            <a:r>
              <a:t>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Google Analytics (GA4) - 2026.04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097280"/>
            <a:ext cx="6675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에이원퍼포먼스팩토리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데이터인텔리전스팀 | 매니저  2025.03~2025.12 (10개월)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API 데이터 수집·가공 시스템 구축 (네이버/카카오)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이용자 세그먼트 대량 변경 자동화 → 월 수작업 80% 절감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성과 리포트 자동화 → 리드타임 1일→실시간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Validation 적용 → 입력 오류 장애 0건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40480"/>
            <a:ext cx="6675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주네스글로벌코리아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재경부 | 주임  2018.12~2024.04 (5년 5개월)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634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자금·결산 관리, 월 결산 처리 시간 30% 단축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전사 10종 문서 페이퍼리스 전환 → 제출 누락 0건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4DFF"/>
                </a:solidFill>
              </a:defRPr>
            </a:pPr>
            <a: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035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서비스기획  KPI설계  수익화전략  요구사항분석  Python  SQL  Streamlit  FastAPI  GA4  Figma  Jira  Confluence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4D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 — 소규모 핀테크 경영 인텔리전스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te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Streamlit 4개 탭: 마케팅 성과 / 프로덕트 지표 / 경영 현황 / 시나리오 시뮬레이터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소규모 핀테크 경영 인텔리전스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기획 &amp;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[Pain Point] 데이터 수집에 일일 1~2시간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[타겟] 초기 핀테크 스타트업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[솔루션] 자동 수집→대시보드→이상 감지→시뮬레이션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[지표] 3 Layer: 마케팅→프로덕트→재무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[자동화] n8n 워크플로우 4개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데이터 수집 일일 1~2시간 → 자동화 (90% 절감)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리포트 수동 작성 → 자동 생성/배포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이상 감지: 1일 → 10분 이내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시나리오 분석: 건당 30분 → 실시간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</a:defRPr>
            </a:pPr>
            <a:r>
              <a:t>Python  |  DuckDB  |  BigQuery  |  Pandas  |  Streamlit  |  Plotly  |  n8n  | 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4D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 — AI 퍼스널컬러 분석 &amp; 뷰티/패션 추천 (실서비스 운영)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auty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실서비스: beauty-ai-analyze.onrender.com  |  운영비 $0/월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AI 퍼스널컬러 분석 &amp; 뷰티/패션 추천 (실서비스 운영)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기획 &amp;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[시장] 컨설팅 1회 5~15만원, MZ 수요 폭발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[전략] 무료 AI 진단→트래픽→제휴 수익화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[MVP] 계획의 30%만 실행, $0 출시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[차별화] 분석+추천+매칭+퀴즈+공유 올인원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[수익화] 제휴 링크→포털 확장→프리미엄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실서비스 배포: beauty-ai-analyze.onrender.com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8개 탭 + SNS 공유 (X, Facebook)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문의→Google Sheets + 이메일 알림 자동화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개인정보처리방침 + 쿠키 동의 + GA4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</a:defRPr>
            </a:pPr>
            <a:r>
              <a:t>Python  |  FastAPI  |  Gemini Vision API  |  Supabase  |  JavaScript  |  Render  |  GA4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4D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 — 킹받는 펫 키우기 게임 (상태 머신 기반)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5종 동물 × 4성장단계 × 3난이도  |  26개 단위 테스트 100% 통과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킹받는 펫 키우기 게임 (상태 머신 기반)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기획 &amp; 바이럴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[컨셉] '결국 죽는'→감정 유발→자발적 공유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[바이럴] 추모카드 + X 공유 + 챌린지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[게이미피케이션] 칭호 (학대범→전설의 집사)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[그로스] $0→바이럴→챌린지→광고→리텐션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[수익] DAU 10K→월 150~450만원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핵심 성과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MVP 완성 + 배포 준비 완료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X 자동 공유 + 추모카드 바이럴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칭호 시스템으로 경쟁 유도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6가지 배포 옵션 + 로드맵 수립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</a:defRPr>
            </a:pPr>
            <a:r>
              <a:t>Python  |  JavaScript  |  Streamlit  |  SVG  |  CSS Animation  |  localStorage  |  pytest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2743200" cy="914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8B"/>
                </a:solidFill>
              </a:defRPr>
            </a:pPr>
            <a:r>
              <a:t>ldsjoy@naver.com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C4DFF"/>
                </a:solidFill>
              </a:defRPr>
            </a:pPr>
            <a:r>
              <a:t>github.com/rena-data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