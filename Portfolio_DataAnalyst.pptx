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</a:defRPr>
            </a:pPr>
            <a:r>
              <a:t>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데이터 분석 포트폴리오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8B"/>
                </a:solidFill>
              </a:defRPr>
            </a:pPr>
            <a:r>
              <a:t>데이터 수집 → 분석 → 시각화 → 인사이트 → 의사결정 지원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9144000" cy="914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이기쁨  Lee Gippeum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B8B"/>
                </a:solidFill>
              </a:defRPr>
            </a:pPr>
            <a:r>
              <a:t>ldsjoy@naver.com  |  github.com/rena-data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B8B8B"/>
                </a:solidFill>
              </a:defRPr>
            </a:pPr>
            <a:r>
              <a:t>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840480" cy="5943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이기쁨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B8B"/>
                </a:solidFill>
              </a:defRPr>
            </a:pPr>
            <a:r>
              <a:t>Lee Gippeum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37360"/>
            <a:ext cx="1097280" cy="27432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데이터 분석가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</a:defRPr>
            </a:pPr>
            <a: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ldsjoy@naver.com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github.com/rena-data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</a:defRPr>
            </a:pPr>
            <a:r>
              <a:t>Education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스파르타코딩클럽 데이터 분석 부트캠프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2024.11 ~ 2025.03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웅지세무대학교 부동산금융평가과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</a:defRPr>
            </a:pPr>
            <a:r>
              <a:t>Certification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Google Analytics (GA4) - 2026.04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57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Experience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097280"/>
            <a:ext cx="66751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에이원퍼포먼스팩토리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데이터인텔리전스팀 | 매니저  2025.03~2025.12 (10개월)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920240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광고 API 데이터 수집·가공 시스템 구축 (네이버/카카오)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이용자 세그먼트 대량 변경 자동화 → 월 수작업 80% 절감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광고 성과 리포트 자동화 → 리드타임 1일→실시간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Validation 적용 → 입력 오류 장애 0건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840480"/>
            <a:ext cx="6675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주네스글로벌코리아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재경부 | 주임  2018.12~2024.04 (5년 5개월)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66344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자금·결산 관리, 월 결산 처리 시간 30% 단축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전사 10종 문서 페이퍼리스 전환 → 제출 누락 0건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669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</a:defRPr>
            </a:pPr>
            <a:r>
              <a:t>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6035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Python  SQL  Pandas  NumPy  Streamlit  Plotly  Tableau  DuckDB  BigQuery  GA4  Docker  Git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9A7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Fintech Intelligence — 소규모 핀테크 경영 인텔리전스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005840"/>
            <a:ext cx="8229600" cy="475488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ntech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88720"/>
            <a:ext cx="7863840" cy="552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8B"/>
                </a:solidFill>
              </a:defRPr>
            </a:pPr>
            <a:r>
              <a:t>Streamlit 4개 탭: 마케팅 성과 / 프로덕트 지표 / 경영 현황 / 시나리오 시뮬레이터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786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9A7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Fintech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소규모 핀테크 경영 인텔리전스 시스템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530352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데이터 분석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75,000+ 유저, 190만 이벤트 데이터 설계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3 Layer 지표: 마케팅(CPC/CAC/ROAS) → 프로덕트(리텐션) → 재무(MRR)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코호트 리텐션 히트맵 + 전환 퍼널 분석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What-if 시나리오 시뮬레이터 (12개월)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18개월 시계열 (시즌성, 주말효과 반영)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530352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핵심 성과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4개 탭 인터랙티브 대시보드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수동 작업 90% 절감 자동화 설계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의사결정: '예산 어디에?', '런웨이 몇 개월?'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DuckDB → BigQuery 무중단 전환 아키텍처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972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8B8B"/>
                </a:solidFill>
              </a:defRPr>
            </a:pPr>
            <a: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</a:defRPr>
            </a:pPr>
            <a:r>
              <a:t>Python  |  DuckDB  |  BigQuery  |  Pandas  |  Streamlit  |  Plotly  |  n8n  | 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9A7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Beauty AI Analyze — AI 퍼스널컬러 분석 &amp; 뷰티/패션 추천 (실서비스 운영)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005840"/>
            <a:ext cx="8229600" cy="475488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auty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88720"/>
            <a:ext cx="7863840" cy="552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8B"/>
                </a:solidFill>
              </a:defRPr>
            </a:pPr>
            <a:r>
              <a:t>실서비스: beauty-ai-analyze.onrender.com  |  운영비 $0/월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786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9A7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Beauty AI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AI 퍼스널컬러 분석 &amp; 뷰티/패션 추천 (실서비스 운영)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530352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데이터 분석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GA4 이벤트 7개 설계 (분석/클릭/다운로드/공유)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Supabase: 분석 통계 + 제품 클릭 추적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daily_stats: 일별 시즌 타입 분포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popular_products: 인기 제품 TOP 50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제품 큐레이션: 올리브영 80개 + 무신사 37개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530352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핵심 성과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실서비스 배포 + 운영 ($0/월)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4계절 매칭률 시각화 + S/A/B/C 등급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레이더 차트 (밝기/채도/대비/온기/선명도)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성별별 제품 추천 (남성/여성/유니섹스)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972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8B8B"/>
                </a:solidFill>
              </a:defRPr>
            </a:pPr>
            <a: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</a:defRPr>
            </a:pPr>
            <a:r>
              <a:t>Python  |  FastAPI  |  Gemini Vision API  |  Supabase  |  JavaScript  |  Render  |  GA4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9A7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Raising Pet — 킹받는 펫 키우기 게임 (상태 머신 기반)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005840"/>
            <a:ext cx="8229600" cy="475488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88720"/>
            <a:ext cx="7863840" cy="552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8B"/>
                </a:solidFill>
              </a:defRPr>
            </a:pPr>
            <a:r>
              <a:t>5종 동물 × 4성장단계 × 3난이도  |  26개 단위 테스트 100% 통과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786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9A7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Raising Pet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킹받는 펫 키우기 게임 (상태 머신 기반)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530352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데이터 분석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GA4 이벤트 12개 설계 (게임/액션/성장/공유)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유저 퍼널: 인지→유입→활성화→리텐션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밸런스: 3스탯 × 4단계 × 3난이도 매트릭스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수익 시뮬레이션: eCPM × DAU 계산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리텐션 KPI: D1 30%, D7 15% 목표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530352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핵심 성과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복합 밸런스: 연쇄 붕괴 + 피로도 + 랜덤 이벤트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DAU 1K→월 15~45만원 수익 시뮬레이션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4단계 그로스 전략 ($0→바이럴→광고)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6가지 배포 옵션 비교 분석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972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8B8B"/>
                </a:solidFill>
              </a:defRPr>
            </a:pPr>
            <a: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</a:defRPr>
            </a:pPr>
            <a:r>
              <a:t>Python  |  JavaScript  |  Streamlit  |  SVG  |  CSS Animation  |  localStorage  |  pytest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Thank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017520"/>
            <a:ext cx="2743200" cy="914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이기쁨  Lee Gippeum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8B"/>
                </a:solidFill>
              </a:defRPr>
            </a:pPr>
            <a:r>
              <a:t>ldsjoy@naver.com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A7"/>
                </a:solidFill>
              </a:defRPr>
            </a:pPr>
            <a:r>
              <a:t>github.com/rena-data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