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A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789E"/>
                </a:solidFill>
              </a:defRPr>
            </a:pPr>
            <a:r>
              <a:t>AI PERSONAL COLOR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D2D2D"/>
                </a:solidFill>
              </a:defRPr>
            </a:pPr>
            <a:r>
              <a:t>Beauty AI Analyze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6B6B"/>
                </a:solidFill>
              </a:defRPr>
            </a:pPr>
            <a:r>
              <a:t>AI 기반 퍼스널컬러 분석 &amp; 맞춤 뷰티/패션 추천 서비스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196F3"/>
                </a:solidFill>
              </a:defRPr>
            </a:pPr>
            <a:r>
              <a:t>https://beauty-ai-analyze.onrender.com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</a:defRPr>
            </a:pPr>
            <a:r>
              <a:t>2026.05 | Rena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</a:defRPr>
            </a:pPr>
            <a:r>
              <a:t>프로젝트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789E"/>
                </a:solidFill>
              </a:defRPr>
            </a:pPr>
            <a:r>
              <a:t>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퍼스널컬러 컨설팅 비용: 1회 5~15만원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예약 + 방문 + 1~2시간 소요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온라인에서 무료로 즉시 진단받을 수 있는 서비스 부족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MZ세대 '나에게 어울리는 색' 수요 폭발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올리브영/무신사에서 퍼스널컬러별 추천이 트렌드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</a:defRPr>
            </a:pPr>
            <a:r>
              <a:t>해결 방안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사진 한 장 → AI가 즉시 퍼스널컬러 진단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전문 컨설턴트급 분석 결과 무료 제공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맞춤 뷰티/패션 제품 추천 (실제 판매 제품)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회원가입 없이 즉시 사용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운영 비용 $0/월 (완전 무료 인프라)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모바일/PC 반응형 지원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</a:defRPr>
            </a:pPr>
            <a:r>
              <a:t>핵심 기능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</a:defRPr>
            </a:pPr>
            <a:r>
              <a:t>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</a:defRPr>
            </a:pPr>
            <a:r>
              <a:t>퍼스널컬러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</a:defRPr>
            </a:pPr>
            <a:r>
              <a:t>4계절 시즌 타입 진단</a:t>
            </a:r>
            <a:br/>
            <a:r>
              <a:t>매칭률 차트 + S/A/B/C 등급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18872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</a:defRPr>
            </a:pPr>
            <a: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</a:defRPr>
            </a:pPr>
            <a:r>
              <a:t>얼굴 인상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</a:defRPr>
            </a:pPr>
            <a:r>
              <a:t>피부/눈동자/머리카락 분석</a:t>
            </a:r>
            <a:br/>
            <a:r>
              <a:t>레이더 차트 5축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</a:defRPr>
            </a:pPr>
            <a:r>
              <a:t>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</a:defRPr>
            </a:pPr>
            <a:r>
              <a:t>컬러 드레이핑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</a:defRPr>
            </a:pPr>
            <a:r>
              <a:t>얼굴+컬러 배경 비교</a:t>
            </a:r>
            <a:br/>
            <a:r>
              <a:t>Best 4 vs Worst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18872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</a:defRPr>
            </a:pPr>
            <a:r>
              <a:t>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</a:defRPr>
            </a:pPr>
            <a:r>
              <a:t>뷰티 제품 추천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3774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</a:defRPr>
            </a:pPr>
            <a:r>
              <a:t>올리브영 베스트셀러 80개</a:t>
            </a:r>
            <a:br/>
            <a:r>
              <a:t>성별별 맞춤 추천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</a:defRPr>
            </a:pPr>
            <a:r>
              <a:t>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</a:defRPr>
            </a:pPr>
            <a:r>
              <a:t>패션 제품 추천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</a:defRPr>
            </a:pPr>
            <a:r>
              <a:t>무신사 베스트셀러 37개</a:t>
            </a:r>
            <a:br/>
            <a:r>
              <a:t>실제 구매 링크 연결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393192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</a:defRPr>
            </a:pPr>
            <a:r>
              <a:t>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</a:defRPr>
            </a:pPr>
            <a:r>
              <a:t>옷 매칭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120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</a:defRPr>
            </a:pPr>
            <a:r>
              <a:t>옷 사진 업로드 → 궁합 분석</a:t>
            </a:r>
            <a:br/>
            <a:r>
              <a:t>S/A/B/C 등급 판정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93192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</a:defRPr>
            </a:pPr>
            <a:r>
              <a:t>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</a:defRPr>
            </a:pPr>
            <a:r>
              <a:t>스타일링 가이드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20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</a:defRPr>
            </a:pPr>
            <a:r>
              <a:t>메이크업 포인트 카드</a:t>
            </a:r>
            <a:br/>
            <a:r>
              <a:t>컬러 팔레트 3행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393192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D2D2D"/>
                </a:solidFill>
              </a:defRPr>
            </a:pPr>
            <a:r>
              <a:t>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D2D2D"/>
                </a:solidFill>
              </a:defRPr>
            </a:pPr>
            <a:r>
              <a:t>결과 공유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5120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</a:defRPr>
            </a:pPr>
            <a:r>
              <a:t>리포트 다운로드</a:t>
            </a:r>
            <a:br/>
            <a:r>
              <a:t>X/Facebook/URL 공유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</a:defRPr>
            </a:pPr>
            <a:r>
              <a:t>기술 스택 &amp; 아키텍처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560320" cy="2286000"/>
          </a:xfrm>
          <a:prstGeom prst="roundRect">
            <a:avLst/>
          </a:prstGeom>
          <a:solidFill>
            <a:srgbClr val="FF8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HTML5, CSS3</a:t>
            </a:r>
            <a:br/>
            <a:r>
              <a:t>Vanilla JavaScript</a:t>
            </a:r>
            <a:br/>
            <a:r>
              <a:t>Pretendard Font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188720"/>
            <a:ext cx="2560320" cy="2286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Python FastAPI</a:t>
            </a:r>
            <a:br/>
            <a:r>
              <a:t>Uvicorn</a:t>
            </a:r>
            <a:br/>
            <a:r>
              <a:t>Render (Free)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2560320" cy="22860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Google Gemini</a:t>
            </a:r>
            <a:br/>
            <a:r>
              <a:t>Vision API</a:t>
            </a:r>
            <a:br/>
            <a:r>
              <a:t>모델 폴백 체인 4개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188720"/>
            <a:ext cx="2560320" cy="2286000"/>
          </a:xfrm>
          <a:prstGeom prst="round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Supabase</a:t>
            </a:r>
            <a:br/>
            <a:r>
              <a:t>(PostgreSQL)</a:t>
            </a:r>
            <a:br/>
            <a:r>
              <a:t>분석 통계 + 공유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6B6B"/>
                </a:solidFill>
              </a:defRPr>
            </a:pPr>
            <a:r>
              <a:t>보조 서비스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25603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</a:defRPr>
            </a:pPr>
            <a:r>
              <a:t>Google Analytics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</a:defRPr>
            </a:pPr>
            <a:r>
              <a:t>유저 행동 분석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4389120"/>
            <a:ext cx="25603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</a:defRPr>
            </a:pPr>
            <a:r>
              <a:t>UptimeRobot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</a:defRPr>
            </a:pPr>
            <a:r>
              <a:t>서버 슬립 방지 (5분 핑)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389120"/>
            <a:ext cx="25603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</a:defRPr>
            </a:pPr>
            <a:r>
              <a:t>Google Sheets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</a:defRPr>
            </a:pPr>
            <a:r>
              <a:t>문의 자동 기록 + 이메일 알림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4389120"/>
            <a:ext cx="25603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</a:defRPr>
            </a:pPr>
            <a:r>
              <a:t>Google Search Console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6B6B"/>
                </a:solidFill>
              </a:defRPr>
            </a:pPr>
            <a:r>
              <a:t>SEO + 검색 노출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</a:defRPr>
            </a:pPr>
            <a:r>
              <a:t>AI 엔진 - 모델 폴백 체인 &amp; 키 이중화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64008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96F3"/>
                </a:solidFill>
              </a:defRPr>
            </a:pPr>
            <a:r>
              <a:t>모델 폴백 체인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1순위: gemini-2.5-flash (최고 성능)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  ↓ 503/429 에러 시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2순위: gemini-2.5-flash-lite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  ↓ 실패 시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3순위: gemini-2.0-flash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  ↓ 실패 시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4순위: gemini-3-flash-preview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각 모델당 2회 재시도 + 키 자동 전환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최대 16번 시도 후에야 에러 반환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temperature=0.0 → 동일 사진 동일 결과 보장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188720"/>
            <a:ext cx="39319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</a:defRPr>
            </a:pPr>
            <a:r>
              <a:t>핵심 수치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2024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일일 분석 가능: 3,000회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  (API 키 2개 × 1,500회)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분석 소요 시간: 10~15초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API 비용: $0/월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  (Gemini 무료 티어)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확신도 차등 적용: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  자연광: 80~92%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  실내: 65~80%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  불량: 45~65%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</a:defRPr>
            </a:pPr>
            <a:r>
              <a:t>제품 추천 시스템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789E"/>
                </a:solidFill>
              </a:defRPr>
            </a:pPr>
            <a:r>
              <a:t>뷰티 (올리브영 기반)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총 80개 제품 (시즌별 20개)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립: 롬앤, 페리페라, 퓌, 힌스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아이: 웨이크메이크(3년1위), 클리오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치크: 롬앤, 크리니크, 페리페라(화해1위)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베이스: 정샘물(3년1위), VDL(1등파데)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올리브영 2025 어워즈 수상작 기반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실제 제품 페이지 직접 연결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96F3"/>
                </a:solidFill>
              </a:defRPr>
            </a:pPr>
            <a:r>
              <a:t>패션 (무신사 기반)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총 37개 제품 (시즌별)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무신사 스탠다드 (실제 가격)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커버낫 (반팔 1위)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디스이즈네버댓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성별별 분리 추천: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  여성 / 남성 / 유니섹스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무신사 제품 페이지 직접 연결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</a:defRPr>
            </a:pPr>
            <a:r>
              <a:t>구매 클릭 → Supabase 추적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</a:defRPr>
            </a:pPr>
            <a:r>
              <a:t>비용 구조 - 월 $0 운영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188720"/>
            <a:ext cx="8229600" cy="548640"/>
          </a:xfrm>
          <a:prstGeom prst="roundRect">
            <a:avLst/>
          </a:prstGeom>
          <a:solidFill>
            <a:srgbClr val="E8A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플랜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234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월 비용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828800"/>
            <a:ext cx="8229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874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Gemini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874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</a:defRPr>
            </a:pPr>
            <a:r>
              <a:t>무료 (3,000회/일)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874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4CAF50"/>
                </a:solidFill>
              </a:defRPr>
            </a:pPr>
            <a:r>
              <a:t>$0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331720"/>
            <a:ext cx="8229600" cy="4572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Render 호스팅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</a:defRPr>
            </a:pPr>
            <a:r>
              <a:t>무료 (Free Tier)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4CAF50"/>
                </a:solidFill>
              </a:defRPr>
            </a:pPr>
            <a:r>
              <a:t>$0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2834640"/>
            <a:ext cx="8229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Supabase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</a:defRPr>
            </a:pPr>
            <a:r>
              <a:t>무료 (Free Tier)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88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4CAF50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337560"/>
            <a:ext cx="8229600" cy="4572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UptimeRobot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</a:defRPr>
            </a:pPr>
            <a:r>
              <a:t>무료 (50 모니터)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4CAF50"/>
                </a:solidFill>
              </a:defRPr>
            </a:pPr>
            <a:r>
              <a:t>$0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3840480"/>
            <a:ext cx="8229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3886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Google Analytics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</a:defRPr>
            </a:pPr>
            <a:r>
              <a:t>무료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886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4CAF50"/>
                </a:solidFill>
              </a:defRPr>
            </a:pPr>
            <a:r>
              <a:t>$0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4343400"/>
            <a:ext cx="8229600" cy="45720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Google Sheets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</a:defRPr>
            </a:pPr>
            <a:r>
              <a:t>무료 (문의 시스템)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4CAF50"/>
                </a:solidFill>
              </a:defRPr>
            </a:pPr>
            <a:r>
              <a:t>$0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4846320"/>
            <a:ext cx="822960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03120" y="4892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Google Search Console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</a:defRPr>
            </a:pPr>
            <a:r>
              <a:t>무료 (SEO)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892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4CAF50"/>
                </a:solidFill>
              </a:defRPr>
            </a:pPr>
            <a:r>
              <a:t>$0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28800" y="5532120"/>
            <a:ext cx="8229600" cy="64008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3120" y="5623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</a:defRPr>
            </a:pPr>
            <a:r>
              <a:t>총 운영 비용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623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4CAF50"/>
                </a:solidFill>
              </a:defRPr>
            </a:pPr>
            <a:r>
              <a:t>$0 / 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</a:defRPr>
            </a:pPr>
            <a:r>
              <a:t>데이터 수집 &amp; 분석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291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96F3"/>
                </a:solidFill>
              </a:defRPr>
            </a:pPr>
            <a:r>
              <a:t>GA4 이벤트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page_view (자동)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analysis_complete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product_click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report_download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fashion_match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share (SNS별)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quiz_complete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쿠키 동의 시에만 활성화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88720"/>
            <a:ext cx="3291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ECF8E"/>
                </a:solidFill>
              </a:defRPr>
            </a:pPr>
            <a:r>
              <a:t>Supabase 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analyses 테이블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  시즌 타입, 확신도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  얼굴 분석, 스타일링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  공유 URL (UUID)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product_clicks 테이블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  브랜드, 제품명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  시즌 타입, 성별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daily_stats 뷰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popular_products 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188720"/>
            <a:ext cx="3291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5350"/>
                </a:solidFill>
              </a:defRPr>
            </a:pPr>
            <a:r>
              <a:t>개인정보 보호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사진: 분석 후 즉시 삭제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  서버에 저장하지 않음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프로필: 세션 종료 시 삭제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쿠키 동의 팝업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개인정보처리방침 모달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Google Search Console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SEO 메타태그 적용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</a:defRPr>
            </a:pPr>
            <a:r>
              <a:t>향후 계획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560320" cy="640080"/>
          </a:xfrm>
          <a:prstGeom prst="roundRect">
            <a:avLst/>
          </a:prstGeom>
          <a:solidFill>
            <a:srgbClr val="E8A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현재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MVP 완성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퍼스널컬러 분석 + 제품 추천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패션 매칭 + 퀴즈 게임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SNS 공유 + 리포트 다운로드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Supabase + GA4 데이터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371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6B6B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188720"/>
            <a:ext cx="256032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234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단기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트래픽 &amp; 수익화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011680"/>
            <a:ext cx="25603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블로그 3종 발행 (SEO)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제휴 링크 (쿠팡파트너스)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모바일 최적화 강화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Figma 디자인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371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6B6B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188720"/>
            <a:ext cx="2560320" cy="6400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34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중기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포털 확장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011680"/>
            <a:ext cx="25603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ai-test-hub 포털 메인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AI 관상/얼굴상 테스트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MBTI 궁합 테스트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연예인 닮은꼴 테스트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3716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6B6B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188720"/>
            <a:ext cx="2560320" cy="6400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234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장기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플랫폼 진화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2011680"/>
            <a:ext cx="25603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22860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심리 테스트 시리즈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AR 컬러 시뮬레이션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모바일 앱 검토</a:t>
            </a:r>
          </a:p>
          <a:p>
            <a:pPr>
              <a:spcAft>
                <a:spcPts val="400"/>
              </a:spcAft>
              <a:defRPr sz="1200">
                <a:solidFill>
                  <a:srgbClr val="2D2D2D"/>
                </a:solidFill>
              </a:defRPr>
            </a:pPr>
            <a:r>
              <a:t>B2B 위젯 제공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8A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D2D2D"/>
                </a:solidFill>
              </a:defRPr>
            </a:pPr>
            <a:r>
              <a:t>Beauty AI Analyze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6B6B"/>
                </a:solidFill>
              </a:defRPr>
            </a:pPr>
            <a:r>
              <a:t>사진 한 장으로 찾는 나만의 퍼스널컬러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196F3"/>
                </a:solidFill>
              </a:defRPr>
            </a:pPr>
            <a:r>
              <a:t>Live   https://beauty-ai-analyze.onrender.com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196F3"/>
                </a:solidFill>
              </a:defRPr>
            </a:pPr>
            <a:r>
              <a:t>GitHub   https://github.com/rena-data/beauty-ai-analyze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D2D2D"/>
                </a:solidFill>
              </a:defRPr>
            </a:pPr>
            <a:r>
              <a:t>감사합니다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</a:defRPr>
            </a:pPr>
            <a:r>
              <a:t>Rena | contact@beautyai-analyze.com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